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paghetti-stum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31230"/>
            <a:ext cx="12192000" cy="6795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7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