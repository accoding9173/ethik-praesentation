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Helvetica Neue"/>
              </a:rPr>
              <a:t>Vortrag über ein ethisches Thema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AAAA"/>
                </a:solidFill>
                <a:latin typeface="Helvetica Neue"/>
              </a:rPr>
              <a:t>RELIGION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AAAAA"/>
                </a:solidFill>
                <a:latin typeface="Helvetica Neue"/>
              </a:rPr>
              <a:t>🎬  Video: Will Smith isst Spaghetti (KI-generiert)
Links: 2023  —  Rechts: 2025
→ spaghetti.mp4 abspielen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Helvetica Neue"/>
              </a:rPr>
              <a:t>Quelle: „Comparison AI of Will Smith eating spaghetti“, r/GenAI4all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tik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731520"/>
            <a:ext cx="941832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Helvetica Neue"/>
              </a:rPr>
              <a:t>Quelle: skill-sprinters.de, 13.09.2026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AKTUELLE RELEVANZ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„We Must Pace the Frontier“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12.09.2026: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Anthropic-Chef Dario Amodei fordert, die KI-Entwicklung zu bremsen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Kein Stopp, aber die Fähigkeiten der stärksten Modelle sollen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langsamer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wachsen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Plan: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externe Prüfer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in den Firmen,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Gesetze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für alle KI-Firmen,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weltweite Absprachen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(auch mit China)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OpenAI, xAI (Musk) und Microsoft stimmen zu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Aber: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Nur 10 Tage später bringen Anthropic und OpenAI neue Top-Modelle heraus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DIE GRUNDFRAGE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5544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Sollte die Entwicklung immer stärkerer KI gebremst werden?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Helvetica Neue"/>
              </a:rPr>
              <a:t>Vollgas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CC"/>
                </a:solidFill>
                <a:latin typeface="Helvetica Neue"/>
              </a:rPr>
              <a:t>• Fortschritt (Medizin, Forschung)
• Wohlstand und Wettbewerb
• „Sonst baut es China“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Helvetica Neue"/>
              </a:rPr>
              <a:t>Bremsen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5661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CC"/>
                </a:solidFill>
                <a:latin typeface="Helvetica Neue"/>
              </a:rPr>
              <a:t>• Sicherheit und Kontrolle
• Verantwortung für die Zukunft
• Folgen sind nicht umkehrbar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DDDDD"/>
                </a:solidFill>
                <a:latin typeface="Helvetica Neue"/>
              </a:rPr>
              <a:t>Problem: Wenige Firmen entscheiden über ein Risiko, das alle betrifft.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WARUM ÜBERHAUPT BREMSEN?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Was auf dem Spiel steht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Deepfakes &amp; Desinformation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— KI-generierte Videos/Stimmen kaum noch erkennbar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Autonome Waffen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— Maschinen, die ohne Menschen über Leben entscheiden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Kontrollverlust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— Systeme, die klüger sind als ihre Entwickler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Jobs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— Viele Berufe werden sich verschieben, aber manche werden einfach ersetzt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Das sind keine Theorien, das passiert bereits jetzt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POSITION 1: WIRTSCHAFT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„Nicht bremsen — das kann sich niemand leisten“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Hunderte Milliarden Dollar stecken in KI — basierend auf der Erwartung, dass es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immer schneller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weitergeht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Bremsen sendet ein Signal: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„Das Wachstum verlangsamt sich“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→ Investoren ziehen sich zurück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Ohne Risikokapital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platzt die Blase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→ Startups sterben, Bewertungen kollabieren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Folge: eine Wirtschaftskrise wie beim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Dot-com-Crash 2000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Wohlstand, Stabilität, Wachstum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3035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FFFFFF"/>
                </a:solidFill>
                <a:latin typeface="Helvetica Neue"/>
              </a:rPr>
              <a:t>„Die KI-Branche hat ein System gebaut, das Vollgas braucht, um nicht zu crashen.“</a:t>
            </a:r>
          </a:p>
          <a:p>
            <a:r>
              <a:rPr sz="1100">
                <a:solidFill>
                  <a:srgbClr val="888888"/>
                </a:solidFill>
                <a:latin typeface="Helvetica Neue"/>
              </a:rPr>
              <a:t>Eigene Formulierung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DER GELDKREISLAUF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Warum niemand freiwillig bremst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7432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6B900"/>
                </a:solidFill>
                <a:latin typeface="Helvetica Neue"/>
              </a:rPr>
              <a:t>NVIDIA — Jensen Huang
(Chips / GPUs)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840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AAAAA"/>
                </a:solidFill>
                <a:latin typeface="Helvetica Neue"/>
              </a:rPr>
              <a:t>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840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AAAAA"/>
                </a:solidFill>
                <a:latin typeface="Helvetica Neue"/>
              </a:rPr>
              <a:t>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0000"/>
                </a:solidFill>
                <a:latin typeface="Helvetica Neue"/>
              </a:rPr>
              <a:t>Oracle — Larry Ellison
(Rechenzentren)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029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AAAA"/>
                </a:solidFill>
                <a:latin typeface="Helvetica Neue"/>
              </a:rPr>
              <a:t>→→→→→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OpenAI — Sam Altman
(KI-Modelle)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AA"/>
                </a:solidFill>
                <a:latin typeface="Helvetica Neue"/>
              </a:rPr>
              <a:t>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DER WIDERSPRUCH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Bremsen fordern, Vollgas 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12. September 2026: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Anthropic-Chef Amodei veröffentlicht „We Must Pace the Frontier“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OpenAI, Microsoft und xAI stimmen öffentlich zu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22. September 2026: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Anthropic bringt ein neues Top-Modell heraus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23. September 2026: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OpenAI zieht nach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Beide Firmen planen gleichzeitig ihren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Börsengang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— Bremsen passt nicht zur Wachstumsstory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3035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FFFFFF"/>
                </a:solidFill>
                <a:latin typeface="Helvetica Neue"/>
              </a:rPr>
              <a:t>„Wenn wir von ‚Pacing‘ sprechen, meinen wir nicht ‚Stoppen‘.“</a:t>
            </a:r>
          </a:p>
          <a:p>
            <a:r>
              <a:rPr sz="1100">
                <a:solidFill>
                  <a:srgbClr val="888888"/>
                </a:solidFill>
                <a:latin typeface="Helvetica Neue"/>
              </a:rPr>
              <a:t>Sam Altman, CEO von OpenAI (übersetzt)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POSITION 2: EUROPA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„Erst aufholen, dann bremsen“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Europa hat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keine echten Frontier-Modelle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, nur Firmen wie Mistral (FR) und Black Forest Labs (DE)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Ziel: erst einmal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gute eigene Modelle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bauen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Eine Bremse jetzt würde den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Vorsprung von USA und China festschreiben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Gerechtigkeit, Chancengleichheit,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47548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FFFFFF"/>
                </a:solidFill>
                <a:latin typeface="Helvetica Neue"/>
              </a:rPr>
              <a:t>„Einige etablierte Firmen nutzen diesen Moment, um ihre Marktposition zu festigen.“</a:t>
            </a:r>
          </a:p>
          <a:p>
            <a:r>
              <a:rPr sz="1100">
                <a:solidFill>
                  <a:srgbClr val="888888"/>
                </a:solidFill>
                <a:latin typeface="Helvetica Neue"/>
              </a:rPr>
              <a:t>Mistral AI (übersetzt)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Helvetica Neue"/>
              </a:rPr>
              <a:t>KI-Risikokapital:  USA ████████████████████ 77 %   Europa ███ 11 %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POSITION 3: 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„Keine Gesetze, das ist nur Taktik“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Trump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lehnt Regulierung ab und greift Amodei öffentlich an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KI-Berater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David Sacks: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Die Firmen sollen selbst bremsen, statt nach Gesetzen zu rufen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Vorwurf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„Regulatory Capture“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: Große Firmen wollen Regeln, die nur sie erfüllen können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China würde sowieso nicht mitmachen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Freiheit, Wettbewerb, nationale Stärke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3035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FFFFFF"/>
                </a:solidFill>
                <a:latin typeface="Helvetica Neue"/>
              </a:rPr>
              <a:t>„Hört auf so zu tun, als wäre der Wunsch zu bremsen rein selbstlos.“</a:t>
            </a:r>
          </a:p>
          <a:p>
            <a:r>
              <a:rPr sz="1100">
                <a:solidFill>
                  <a:srgbClr val="888888"/>
                </a:solidFill>
                <a:latin typeface="Helvetica Neue"/>
              </a:rPr>
              <a:t>David Sacks, KI-Berater des Weißen Hauses (übersetzt)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POSITION 4: CHINA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„Wir bremsen nicht – schon gar nicht auf Zuruf“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China drosselt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nicht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freiwillig – KI gilt als strategische, nationale Priorität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Sieht die US-Rufe nach „Pacing“ als Versuch, den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eigenen Vorsprung einzufrieren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Schlägt aber selbst eine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„Global AI Governance Initiative“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vor: Zusammenarbeit – aber zu eigenen Bedingungen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Das widerlegt teils das US-Argument „China macht eh nicht mit“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nationale Stärke, Souveränität, technologische Unabhängigkeit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UNSERE MEINUNG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„Bremsen an der Spitze, nicht bei den Aufholern“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Werte: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Sicherheit und Unabhängigkeit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Helvetica Neue"/>
              </a:rPr>
              <a:t>Norm: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Die stärksten KI-Modelle dürfen erst veröffentlicht werden, wenn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unabhängige, internationale Prüfer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sie getestet haben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Diese Regel gilt für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alle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Spitzenmodelle, egal aus welchem Land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Wer aufholt (z. B. Europa), wird dadurch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nicht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ausgebremst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WIE WIR ZU UNSEREM URTEIL KAMEN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 Neue"/>
              </a:rPr>
              <a:t>Sicherheit und Unabhängigkeit abwägen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Das Spaghetti-Video zeigt: KI wird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extrem schnell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besser, deshalb sind wir eher fürs Bremsen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Aber: Eine Bremse für alle würde den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Vorsprung von USA und China festschreiben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Wenige Firmen würden dann allein entscheiden, Europa wäre abhängig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Unsere Lösung: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Nur das Tempo an der Spitze kontrollieren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, damit beide Werte geschützt sind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  <a:latin typeface="Helvetica Neue"/>
              </a:rPr>
              <a:t>Gegenargument USA: „China macht nicht mit“, deshalb müssen die Prüfer </a:t>
            </a:r>
            <a:r>
              <a:rPr sz="1800" b="1">
                <a:solidFill>
                  <a:srgbClr val="FFFFFF"/>
                </a:solidFill>
                <a:latin typeface="Helvetica Neue"/>
              </a:rPr>
              <a:t>international</a:t>
            </a:r>
            <a:r>
              <a:rPr sz="1800" b="0">
                <a:solidFill>
                  <a:srgbClr val="CCCCCC"/>
                </a:solidFill>
                <a:latin typeface="Helvetica Neue"/>
              </a:rPr>
              <a:t> sein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DISKUSSION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Helvetica Neue"/>
              </a:rPr>
              <a:t>Würdet ihr die Entwicklung
immer stärkerer KI bremsen?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SCHLUSS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Helvetica Neue"/>
              </a:rPr>
              <a:t>Bremsen an der Spitze,
nicht bei den Aufholern.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AAAA"/>
                </a:solidFill>
                <a:latin typeface="Helvetica Neue"/>
              </a:rPr>
              <a:t>DANKE FÜRS ZUHÖREN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1. Reddit, r/GenAI4all: „Comparison AI of Will Smith eating spaghetti“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2. skill-sprinters.de: „Anthropic-Chef Amodei will das Tempo der KI-Entwicklung drosseln …“, 13.09.2026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3. Dario Amodei: „We Must Pace the Frontier“, 12.09.2026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4. The Register: „Frontier AI keeps racing despite calls to slow down“, 23.09.2026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5. MarkTechPost: „Anthropic’s 3-Step Pace the Frontier Plan …“, 13.09.2026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6. CNBC: „Trump rejects AI regulation calls, slams Anthropic CEO …“, 14.09.2026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7. Dealroom: „David Sacks to Altman and Amodei: pace the frontier yourselves“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8. Reuters: „Europe’s AI firms, playing catch-up, challenge US calls for slowdown“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BBBBB"/>
                </a:solidFill>
                <a:latin typeface="Helvetica Neue"/>
              </a:rPr>
              <a:t>9. Cryptopolitan: „Europe’s AI firms warn a frontier slowdown would lock in the US lead“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